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425" r:id="rId2"/>
    <p:sldId id="426" r:id="rId3"/>
    <p:sldId id="428" r:id="rId4"/>
    <p:sldId id="429" r:id="rId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F3E9A-034A-3A4B-BC91-CE45482D9218}" v="1417" dt="2026-04-02T18:08:39.380"/>
    <p1510:client id="{E620DDB5-DAE3-7540-9B37-3BD6CF523DDC}" v="2698" dt="2026-04-02T08:23:44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82"/>
  </p:normalViewPr>
  <p:slideViewPr>
    <p:cSldViewPr snapToGrid="0">
      <p:cViewPr varScale="1">
        <p:scale>
          <a:sx n="86" d="100"/>
          <a:sy n="86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D522F-1C60-8E4D-8F5C-E9A32E51C6DB}" type="datetimeFigureOut">
              <a:rPr lang="en-BE" smtClean="0"/>
              <a:t>04/02/2026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497FC-6DB7-2A4C-B36C-2DFB46077B82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160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674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2326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4990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2911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816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7602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698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6242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845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2792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1049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1750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2/04/2026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F95B-B2B7-0DE6-24A0-BEB828AC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10. </a:t>
            </a:r>
            <a:r>
              <a:rPr lang="en-GB" dirty="0"/>
              <a:t>H</a:t>
            </a:r>
            <a:r>
              <a:rPr lang="en-BE" dirty="0"/>
              <a:t>istorical growth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5D6996-FE55-2075-09FD-024E8F5D7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2851"/>
            <a:ext cx="4851400" cy="88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4A2C65-8C7F-CA6D-A985-97A096EC17B1}"/>
              </a:ext>
            </a:extLst>
          </p:cNvPr>
          <p:cNvSpPr txBox="1"/>
          <p:nvPr/>
        </p:nvSpPr>
        <p:spPr>
          <a:xfrm>
            <a:off x="838200" y="2290447"/>
            <a:ext cx="8871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</a:t>
            </a:r>
            <a:r>
              <a:rPr lang="en-BE" dirty="0"/>
              <a:t>ey questions to answer look at gross margin, operating margin and FCF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</a:t>
            </a:r>
            <a:r>
              <a:rPr lang="en-BE" dirty="0"/>
              <a:t>ind the revenue CAGR, net income CAGR and FCF CAGR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dirty="0"/>
              <a:t>Table with organic growth/ Inorganic growth -&gt; unnecessary and difficult to find. </a:t>
            </a:r>
          </a:p>
        </p:txBody>
      </p:sp>
    </p:spTree>
    <p:extLst>
      <p:ext uri="{BB962C8B-B14F-4D97-AF65-F5344CB8AC3E}">
        <p14:creationId xmlns:p14="http://schemas.microsoft.com/office/powerpoint/2010/main" val="47137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0D33-F919-09EF-3303-725A2C18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11.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C5031-F4AC-86B0-684B-33E1312DA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Focus on management outlook for next year in quarterly/annual reports</a:t>
            </a:r>
          </a:p>
          <a:p>
            <a:r>
              <a:rPr lang="en-BE" dirty="0"/>
              <a:t>Focus on managements long term outlook or plan -&gt; use google, articles, podcasts, annual/quarterly reports</a:t>
            </a:r>
          </a:p>
          <a:p>
            <a:r>
              <a:rPr lang="en-BE" dirty="0"/>
              <a:t>Try to find analyst expections -&gt; however often behind paywall</a:t>
            </a:r>
          </a:p>
          <a:p>
            <a:pPr lvl="1"/>
            <a:r>
              <a:rPr lang="en-GB" dirty="0"/>
              <a:t>F</a:t>
            </a:r>
            <a:r>
              <a:rPr lang="en-BE" dirty="0"/>
              <a:t>iscal.ai shows estimates for 1yr in the future</a:t>
            </a:r>
          </a:p>
          <a:p>
            <a:r>
              <a:rPr lang="en-GB" dirty="0"/>
              <a:t>R</a:t>
            </a:r>
            <a:r>
              <a:rPr lang="en-BE" dirty="0"/>
              <a:t>isks to outlook -&gt; unnecessary = skip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23422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FE7B-465E-9A16-F4C2-A19836E8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13. </a:t>
            </a:r>
            <a:r>
              <a:rPr lang="en-GB" dirty="0"/>
              <a:t>H</a:t>
            </a:r>
            <a:r>
              <a:rPr lang="en-BE" dirty="0"/>
              <a:t>istoric value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926E5-E173-6C4C-37D5-E02561244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</a:t>
            </a:r>
            <a:r>
              <a:rPr lang="en-BE" dirty="0"/>
              <a:t>on’t use tables nor the drivers of value creation</a:t>
            </a:r>
          </a:p>
          <a:p>
            <a:pPr lvl="1"/>
            <a:r>
              <a:rPr lang="en-GB" dirty="0"/>
              <a:t>I</a:t>
            </a:r>
            <a:r>
              <a:rPr lang="en-BE" dirty="0"/>
              <a:t>nstead look at the stock price movements in the last year, 5 years and 10 years</a:t>
            </a:r>
          </a:p>
          <a:p>
            <a:pPr lvl="1"/>
            <a:r>
              <a:rPr lang="en-GB" dirty="0"/>
              <a:t>C</a:t>
            </a:r>
            <a:r>
              <a:rPr lang="en-BE" dirty="0"/>
              <a:t>ompare with other companies in the same sector</a:t>
            </a:r>
          </a:p>
          <a:p>
            <a:pPr lvl="1"/>
            <a:r>
              <a:rPr lang="en-GB" dirty="0"/>
              <a:t>I</a:t>
            </a:r>
            <a:r>
              <a:rPr lang="en-BE" dirty="0"/>
              <a:t>f stock performance was dissapointing -&gt; explain why</a:t>
            </a:r>
          </a:p>
          <a:p>
            <a:r>
              <a:rPr lang="en-BE" dirty="0"/>
              <a:t>If the company issues dividends:</a:t>
            </a:r>
          </a:p>
          <a:p>
            <a:pPr lvl="1"/>
            <a:r>
              <a:rPr lang="en-GB" dirty="0"/>
              <a:t>L</a:t>
            </a:r>
            <a:r>
              <a:rPr lang="en-BE" dirty="0"/>
              <a:t>ook at dividend growth throughout the years. dividend =/ dividend yield</a:t>
            </a:r>
          </a:p>
          <a:p>
            <a:pPr lvl="1"/>
            <a:r>
              <a:rPr lang="en-GB" dirty="0"/>
              <a:t>E</a:t>
            </a:r>
            <a:r>
              <a:rPr lang="en-BE" dirty="0"/>
              <a:t>asy to do on fiscal.ai</a:t>
            </a:r>
          </a:p>
          <a:p>
            <a:r>
              <a:rPr lang="en-BE" dirty="0"/>
              <a:t>Does the company have a trackrecord of buybacks</a:t>
            </a:r>
          </a:p>
          <a:p>
            <a:r>
              <a:rPr lang="en-GB" dirty="0"/>
              <a:t>D</a:t>
            </a:r>
            <a:r>
              <a:rPr lang="en-BE" dirty="0"/>
              <a:t>oes the company use stock based compensation?</a:t>
            </a:r>
          </a:p>
        </p:txBody>
      </p:sp>
    </p:spTree>
    <p:extLst>
      <p:ext uri="{BB962C8B-B14F-4D97-AF65-F5344CB8AC3E}">
        <p14:creationId xmlns:p14="http://schemas.microsoft.com/office/powerpoint/2010/main" val="145950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C15A6-A719-7AB0-83C4-E4D56288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14. ESG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528BD-3F7F-9640-EC55-16E8BD67D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BE" dirty="0"/>
              <a:t>reate a bullshit text using chatgpt</a:t>
            </a:r>
          </a:p>
        </p:txBody>
      </p:sp>
    </p:spTree>
    <p:extLst>
      <p:ext uri="{BB962C8B-B14F-4D97-AF65-F5344CB8AC3E}">
        <p14:creationId xmlns:p14="http://schemas.microsoft.com/office/powerpoint/2010/main" val="2241417881"/>
      </p:ext>
    </p:extLst>
  </p:cSld>
  <p:clrMapOvr>
    <a:masterClrMapping/>
  </p:clrMapOvr>
</p:sld>
</file>

<file path=ppt/theme/theme1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</Words>
  <Application>Microsoft Office PowerPoint</Application>
  <PresentationFormat>Breedbeeld</PresentationFormat>
  <Paragraphs>23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1_Kantoorthema</vt:lpstr>
      <vt:lpstr>10. Historical growth</vt:lpstr>
      <vt:lpstr>11. Outlook</vt:lpstr>
      <vt:lpstr>13. Historic value creation</vt:lpstr>
      <vt:lpstr>14. ESG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Chloé De Rijck</dc:creator>
  <cp:lastModifiedBy>Hercule Thiers</cp:lastModifiedBy>
  <cp:revision>2</cp:revision>
  <dcterms:created xsi:type="dcterms:W3CDTF">2026-02-16T18:25:37Z</dcterms:created>
  <dcterms:modified xsi:type="dcterms:W3CDTF">2026-04-02T18:28:30Z</dcterms:modified>
</cp:coreProperties>
</file>